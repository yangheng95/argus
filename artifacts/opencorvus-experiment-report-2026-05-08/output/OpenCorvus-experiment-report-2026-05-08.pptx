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21792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</a:rPr>
              <a:t>OpenCorvus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</a:rPr>
              <a:t>项目生成能力实验报告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0116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0"/>
                </a:solidFill>
              </a:rPr>
              <a:t>6 个生成项目 · 真实构建测试 · 浏览器截图 · 股票 baseline 对照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52360" y="685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0" b="1" dirty="0">
                <a:solidFill>
                  <a:srgbClr val="35C2FF"/>
                </a:solidFill>
              </a:rPr>
              <a:t>72.2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58952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9B4C0"/>
                </a:solidFill>
              </a:rPr>
              <a:t>/100 平均综合分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788920"/>
            <a:ext cx="10698480" cy="0"/>
          </a:xfrm>
          <a:prstGeom prst="line">
            <a:avLst/>
          </a:prstGeom>
          <a:noFill/>
          <a:ln w="12700">
            <a:solidFill>
              <a:srgbClr val="2A34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2461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392424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平均源码规模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77824" y="363016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80ED"/>
                </a:solidFill>
              </a:rPr>
              <a:t>12,256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77824" y="399592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排除 node_modules/dist/.git 等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37560" y="32461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3392424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AI Chat 平均 LOC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02152" y="363016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13,792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502152" y="399592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四个 AI Chat 生成样本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961888" y="32461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392424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股票 LOC 放大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363016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020"/>
                </a:solidFill>
              </a:rPr>
              <a:t>2.54×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126480" y="399592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OpenCorvus vs baseline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586216" y="32461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50808" y="3392424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股票测试放大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50808" y="363016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5CF6"/>
                </a:solidFill>
              </a:rPr>
              <a:t>8.78×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750808" y="399592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158 vs 18 pass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9808" y="4617720"/>
            <a:ext cx="97840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结论不是“谁代码多谁好”：OpenCorvus 在覆盖面、测试和 UI 复杂度上更强。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主要卡点集中在交付集成：前后端入口未统一、部分前端仍使用 mock 数据层。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视觉证据来自本机真实启动和 Playwright 截图。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Cover concept: one-number report cover; score is derived from weighted runability, coverage, maturity, UI and engineering quality.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实验范围：输入文档已随项目落盘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07008"/>
          <a:ext cx="11018520" cy="310896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377440"/>
                <a:gridCol w="182880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输入证据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实验角色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端口/截图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aichat-prd-deepseek-v4-flash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项目内 aichat_prd.md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 AI Chat 样本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43104 / 43114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aichat-deepseek-flash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项目内 aichat-prompt.md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Chat 对照样本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43101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aichat-kimi-k2-5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项目内 aichat-prompt.md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Chat 对照样本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43102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aichat-opus4-7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项目内 aichat-prompt.md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Chat 对照样本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43103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baseline-opus-4-7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项目内 prd-stock-trading-sim.txt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股票 baseline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43105 / 43115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PRD2Code-股票交易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项目内 prd-stock-trading-sim.txt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股票 OpenCorvus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43106 / web 43116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所有 prompt / PRD 均从磁盘读取；缺少证据不会补写。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端口冲突通过独立端口或前后端拆分启动处理，不修改源码。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643737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Evidence paths: demos/*/{aichat-prompt.md,aichat_prd.md,prd-stock-trading-sim.txt}.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方法：用可复现信号给生成能力打分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2646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可运行性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" y="16642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20%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" y="20299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install/build/start/screenshot/console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88920" y="12801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42646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需求覆盖率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53512" y="16642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80ED"/>
                </a:solidFill>
              </a:rPr>
              <a:t>25%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953512" y="20299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PRD 验收项逐项映射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42646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功能成熟度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02352" y="16642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5CF6"/>
                </a:solidFill>
              </a:rPr>
              <a:t>25%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102352" y="20299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闭环、持久化、实时、错误处理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086600" y="12801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1192" y="142646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UI 完成度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51192" y="16642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020"/>
                </a:solidFill>
              </a:rPr>
              <a:t>15%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251192" y="20299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真实截图、布局、状态、图表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235440" y="128016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142646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工程质量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400032" y="16642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5C2FF"/>
                </a:solidFill>
              </a:rPr>
              <a:t>15%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400032" y="20299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类型、模块、API、测试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971800"/>
          <a:ext cx="1088136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28346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真实命令/工具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结果写入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代码统计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PowerShell + rg，排除依赖和构建产物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businessLoc/testLoc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构建测试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npm/bun，日志活动 idle timeout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logs/*.json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Playwright Chromium，本机启动项目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screenshots/*.png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pptxgenjs 原生 PPTX + HTML/PNG 预览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output/*.pptx / previews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02920" y="643737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Timeout policy: monitored by log activity, not by elapsed time since process launch.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运行总览：6 个项目均可启动截图，2 个曾因依赖态失败后恢复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188720"/>
          <a:ext cx="11247120" cy="4206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731520"/>
                <a:gridCol w="914400"/>
                <a:gridCol w="914400"/>
                <a:gridCol w="1005840"/>
                <a:gridCol w="54864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Build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运行截图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aichat-deepseek-flash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15,203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aichat-kimi-k2-5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9,876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通过*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通过*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aichat-opus4-7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9,320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通过*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通过*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aichat-prd-deepseek-v4-flash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20,769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baseline-opus-4-7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5,187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弱覆盖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PRD2Code-股票交易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13,183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59552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Kimi/Opus 初次失败根因是 node_modules 缺少本地 bin；npm ci 后构建/测试恢复。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PRD2Code 后端根入口只返回 API 文本，前端需额外进入 web Vite 启动。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代码规模：OpenCorvus 会显著扩大实现面，但不等价于完成度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aichat-deepseek-flash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17520" y="1179576"/>
            <a:ext cx="6035040" cy="128016"/>
          </a:xfrm>
          <a:prstGeom prst="rect">
            <a:avLst/>
          </a:prstGeom>
          <a:solidFill>
            <a:srgbClr val="1D2630"/>
          </a:solidFill>
          <a:ln w="12700">
            <a:solidFill>
              <a:srgbClr val="1D26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179576"/>
            <a:ext cx="4369082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62288" y="1133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7FAFC"/>
                </a:solidFill>
              </a:rPr>
              <a:t>15203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709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aichat-kimi-k2-5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17520" y="1746504"/>
            <a:ext cx="6035040" cy="128016"/>
          </a:xfrm>
          <a:prstGeom prst="rect">
            <a:avLst/>
          </a:prstGeom>
          <a:solidFill>
            <a:srgbClr val="1D2630"/>
          </a:solidFill>
          <a:ln w="12700">
            <a:solidFill>
              <a:srgbClr val="1D26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746504"/>
            <a:ext cx="2838193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2288" y="17007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7FAFC"/>
                </a:solidFill>
              </a:rPr>
              <a:t>9876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2768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aichat-opus4-7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2313432"/>
            <a:ext cx="6035040" cy="128016"/>
          </a:xfrm>
          <a:prstGeom prst="rect">
            <a:avLst/>
          </a:prstGeom>
          <a:solidFill>
            <a:srgbClr val="1D2630"/>
          </a:solidFill>
          <a:ln w="12700">
            <a:solidFill>
              <a:srgbClr val="1D26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313432"/>
            <a:ext cx="2678408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288" y="22677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7FAFC"/>
                </a:solidFill>
              </a:rPr>
              <a:t>9320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28437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aichat-prd-deepseek-v4-flash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17520" y="2880360"/>
            <a:ext cx="6035040" cy="128016"/>
          </a:xfrm>
          <a:prstGeom prst="rect">
            <a:avLst/>
          </a:prstGeom>
          <a:solidFill>
            <a:srgbClr val="1D2630"/>
          </a:solidFill>
          <a:ln w="12700">
            <a:solidFill>
              <a:srgbClr val="1D26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880360"/>
            <a:ext cx="5968655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28346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7FAFC"/>
                </a:solidFill>
              </a:rPr>
              <a:t>20769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34107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baseline-opus-4-7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17520" y="3447288"/>
            <a:ext cx="6035040" cy="128016"/>
          </a:xfrm>
          <a:prstGeom prst="rect">
            <a:avLst/>
          </a:prstGeom>
          <a:solidFill>
            <a:srgbClr val="1D2630"/>
          </a:solidFill>
          <a:ln w="12700">
            <a:solidFill>
              <a:srgbClr val="1D26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3447288"/>
            <a:ext cx="1490655" cy="12801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62288" y="34015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7FAFC"/>
                </a:solidFill>
              </a:rPr>
              <a:t>5187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39776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PRD2Code-股票交易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017520" y="4014216"/>
            <a:ext cx="6035040" cy="128016"/>
          </a:xfrm>
          <a:prstGeom prst="rect">
            <a:avLst/>
          </a:prstGeom>
          <a:solidFill>
            <a:srgbClr val="1D2630"/>
          </a:solidFill>
          <a:ln w="12700">
            <a:solidFill>
              <a:srgbClr val="1D26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4014216"/>
            <a:ext cx="3788568" cy="128016"/>
          </a:xfrm>
          <a:prstGeom prst="rect">
            <a:avLst/>
          </a:prstGeom>
          <a:solidFill>
            <a:srgbClr val="2DD36F"/>
          </a:solidFill>
          <a:ln w="12700">
            <a:solidFill>
              <a:srgbClr val="2DD3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288" y="39684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7FAFC"/>
                </a:solidFill>
              </a:rPr>
              <a:t>13183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75320" y="109728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124358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全样本平均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39912" y="148132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5C2FF"/>
                </a:solidFill>
              </a:rPr>
              <a:t>12,256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439912" y="1847088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6 projects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275320" y="233172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9912" y="247802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AI Chat 平均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39912" y="271576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13,792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8439912" y="3081528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4 projects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275320" y="356616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9912" y="371246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股票差距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39912" y="395020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020"/>
                </a:solidFill>
              </a:rPr>
              <a:t>2.54×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439912" y="4315968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13,183 vs 5,187 LOC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31520" y="525780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PRD 级 AI Chat 新样本最大：20,769 LOC / 525 tests。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股票 OpenCorvus 比 baseline 更完整，但存在入口集成和前端 mock 层问题。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CHAT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Chat：PRD 版样本覆盖最强，prompt 版样本差异明显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11064240" cy="3246120"/>
        </p:xfrm>
        <a:graphic>
          <a:graphicData uri="http://schemas.openxmlformats.org/drawingml/2006/table">
            <a:tbl>
              <a:tblPr/>
              <a:tblGrid>
                <a:gridCol w="2286000"/>
                <a:gridCol w="1143000"/>
                <a:gridCol w="914400"/>
                <a:gridCol w="731520"/>
                <a:gridCol w="5303520"/>
              </a:tblGrid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Chat 样本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成熟度判断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deepseek-flash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 prompt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15,203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覆盖登录、SSE、API key、搜索等，结构完整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kimi-k2-5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 prompt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9,876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功能面较窄，测试少；依赖重装后可运行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opus4-7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 prompt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9,320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组件和 Markdown 能力强，应用集成中等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prd-deepseek-v4-flash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 PRD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20,769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当前最完整：路由、持久化、渲染、设置、测试均强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C:\Users\chuan\myhexin-local\opecorvus\artifacts\opencorvus-experiment-report-2026-05-08\screenshots\aichat-prd-deepseek-v4-flash-after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4663440"/>
            <a:ext cx="5303520" cy="1600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" y="4663440"/>
            <a:ext cx="530352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63640" y="4800600"/>
            <a:ext cx="5120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报告采用 PRD 版作为 AI Chat 主样本；其它三个用于衡量生成稳定性。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真实 Deepseek SSE 需配置外部 Key，本次未调用外部模型，只验证本地应用与测试证据。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CHAT SCREEN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Chat 主样本：登录后可进入完整 Chat 工作台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pic>
        <p:nvPicPr>
          <p:cNvPr id="6" name="Image 0" descr="C:\Users\chuan\myhexin-local\opecorvus\artifacts\opencorvus-experiment-report-2026-05-08\screenshots\aichat-prd-deepseek-v4-flash-after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170432"/>
            <a:ext cx="7406640" cy="4187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1170432"/>
            <a:ext cx="7406640" cy="41879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5320" y="123444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39912" y="138074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测试覆盖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39912" y="161848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525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439912" y="198424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68 files passed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275320" y="242316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9912" y="256946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源码规模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439912" y="280720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80ED"/>
                </a:solidFill>
              </a:rPr>
              <a:t>20,769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439912" y="317296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largest AI sample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275320" y="361188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39912" y="375818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Console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439912" y="399592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0 error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439912" y="43616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only router warnings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827532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首屏有模型选择、会话栏、示例 prompt 卡片和快捷键提示。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UI 已达到“可演示产品”而非默认 Vite 页。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STOCK PRD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股票交易 PRD：核心不是页面，而是交易闭环和实时可信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5486400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技术栈固定：Bun + Hono + SQLite + React + Vite + Recharts。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必须完成注册/登录、行情、SSE、下单、撤单、持仓、资产、记录、风控。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验收包含 20 条 API 测试：资金冻结、100 股倍数、±10% 限价、用户隔离、K 线 MACD、新闻 sentiment。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UI 要求 Apple 深色模式：毛玻璃、红涨绿跌、图表、热力图、动效、无空白表格。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1234440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9792" y="138074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API 验收项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79792" y="161848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80ED"/>
                </a:solidFill>
              </a:rPr>
              <a:t>20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79792" y="198424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PRD §二十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0" y="2423160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256946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刷新频率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79792" y="28072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2s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79792" y="317296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SSE 行情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315200" y="3611880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375818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初始资金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79792" y="39959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020"/>
                </a:solidFill>
              </a:rPr>
              <a:t>¥1,000,000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79792" y="436168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模拟账户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STOCK 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 baseline vs OpenCorvus：后者更强，但集成缺口更尖锐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143000"/>
          <a:ext cx="11109960" cy="416052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2926080"/>
                <a:gridCol w="26517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baseline-opus-4-7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PRD2Code-股票交易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源码规模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5,187 LOC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13,183 LOC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OpenCorvus 2.54×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pass，覆盖窄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158 pass，含 PRD 20 条 API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OpenCorvus 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index 挂全路由并服务 SPA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模块化 Hono route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OpenCorvus 结构强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前端接入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 fetch 到 /api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 mock API + proxy 3000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 闭环强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根入口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可直接看到 Web App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只返回 API 文本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OpenCorvus 卡点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可用但热力图/排版粗糙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更接近 Apple 深色交易终端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OpenCorvus 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60120" y="5532120"/>
            <a:ext cx="219456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4712" y="5678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baseline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24712" y="59161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020"/>
                </a:solidFill>
              </a:rPr>
              <a:t>60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24712" y="628192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闭环直接，但覆盖浅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429000" y="5532120"/>
            <a:ext cx="219456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3592" y="5678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OpenCorvus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93592" y="59161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74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593592" y="628192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覆盖强，集成未收口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126480" y="5806440"/>
            <a:ext cx="4846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“完成度”不是单一维度：OpenCorvus 生成能力强，交付口仍有断点。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STOCK UI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视觉对比：OpenCorvus 更像交易终端，baseline 更像早期 MVP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pic>
        <p:nvPicPr>
          <p:cNvPr id="6" name="Image 0" descr="C:\Users\chuan\myhexin-local\opecorvus\artifacts\opencorvus-experiment-report-2026-05-08\screenshots\baseline-opus-4-7-mark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539496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188720"/>
            <a:ext cx="5394960" cy="4389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3441"/>
            </a:solidFill>
            <a:prstDash val="solid"/>
          </a:ln>
        </p:spPr>
      </p:sp>
      <p:pic>
        <p:nvPicPr>
          <p:cNvPr id="8" name="Image 1" descr="C:\Users\chuan\myhexin-local\opecorvus\artifacts\opencorvus-experiment-report-2026-05-08\screenshots\PRD2Code-stock-web-mark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1188720"/>
            <a:ext cx="5394960" cy="4389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91072" y="1188720"/>
            <a:ext cx="5394960" cy="4389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5715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</a:rPr>
              <a:t>baseline：真实入口完整，但热力图重叠、信息层级粗糙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382512" y="5715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D36F"/>
                </a:solidFill>
              </a:rPr>
              <a:t>OpenCorvus：Apple 深色风格、榜单/热力图/新闻流更完整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后端能力：OpenCorvus 模块化更完整，baseline 更会“直接交付”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789920" cy="379476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4572000"/>
              </a:tblGrid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OpenCorvus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路由组织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index.ts 内集中注册约 26 条路由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auth/market/news/trading/portfolio/history 模块 route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SQLite schema + seed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SQLite schema + seed + 更复杂交易/模拟器类型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SSE + heatmap + kline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SSE + kline + indicators + simulator tests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交易风控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实现买卖撤单和基础风控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测试覆盖价格限制、资金不足、用户隔离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静态服务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根入口服务 web/dist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根入口只返回 API 文本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34924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根入口问题是交付缺口，不是算法缺口；但它会直接影响用户“本地启动可看到应用”的验收。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前端能力：OpenCorvus UI 更成熟，但仍保留 mock 数据通道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pic>
        <p:nvPicPr>
          <p:cNvPr id="6" name="Image 0" descr="C:\Users\chuan\myhexin-local\opecorvus\artifacts\opencorvus-experiment-report-2026-05-08\screenshots\PRD2Code-stock-web-portfol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188720"/>
            <a:ext cx="507492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1188720"/>
            <a:ext cx="5074920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3441"/>
            </a:solidFill>
            <a:prstDash val="solid"/>
          </a:ln>
        </p:spPr>
      </p:sp>
      <p:pic>
        <p:nvPicPr>
          <p:cNvPr id="8" name="Image 1" descr="C:\Users\chuan\myhexin-local\opecorvus\artifacts\opencorvus-experiment-report-2026-05-08\screenshots\PRD2Code-stock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1188720"/>
            <a:ext cx="3566160" cy="2011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949440" y="1188720"/>
            <a:ext cx="356616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344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526280"/>
          <a:ext cx="10789920" cy="1325880"/>
        </p:xfrm>
        <a:graphic>
          <a:graphicData uri="http://schemas.openxmlformats.org/drawingml/2006/table">
            <a:tbl>
              <a:tblPr/>
              <a:tblGrid>
                <a:gridCol w="2011680"/>
                <a:gridCol w="804672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PRD2Code UI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行情、榜单、热力图、新闻、持仓页完整，视觉更专业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PRD2Code 数据层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tradingApi.ts / portfolioApi.ts 明确为 mock，等待 goal_integration 替换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PRD2Code 启动契约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vite proxy target 固定 http://localhost:3000；根服务不挂 SPA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 UI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 API 闭环强，但热力图可读性和布局质量弱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需求覆盖：OpenCorvus 强在“写了并测了”，弱在“集成闭环未统一”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88136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1945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OpenCorvus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注册/登录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browser flow + API tests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行情/SSE/K线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实现并测试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SSE / Kline / MACD tests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下单/撤单/持仓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后端测试强，前端部分 mock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trading tests + mock API comments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记录/新闻/热力图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实现粗糙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更完整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screenshots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Apple UI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基本暗色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更贴近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theme/component tests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本地一键打开 Web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未通过根入口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PRD2 root screenshot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544068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558698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PRD API tests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8992" y="582472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20/20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78992" y="61904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OpenCorvus stock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657600" y="544068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22192" y="558698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UI tests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22192" y="582472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80ED"/>
                </a:solidFill>
              </a:rPr>
              <a:t>119+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822192" y="61904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ARIA/design/keyboard/contrast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00800" y="544068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5392" y="558698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交付卡点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65392" y="582472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4D4F"/>
                </a:solidFill>
              </a:rPr>
              <a:t>2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565392" y="61904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SPA mount + mock client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当前完成度：已经具备“生成复杂产品骨架”的能力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80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综合平均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6112" y="16184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5C2FF"/>
                </a:solidFill>
              </a:rPr>
              <a:t>72.2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96112" y="1984248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6 projects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520440" y="123444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380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AI Chat 最佳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85032" y="16184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83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85032" y="1984248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PRD DeepSeek v4 Flash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380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股票 OpenCorvus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73952" y="16184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36F"/>
                </a:solidFill>
              </a:rPr>
              <a:t>74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73952" y="1984248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vs baseline 60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098280" y="123444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151B22"/>
          </a:solidFill>
          <a:ln w="12700">
            <a:solidFill>
              <a:srgbClr val="2A3441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1380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C0"/>
                </a:solidFill>
              </a:rPr>
              <a:t>真实截图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262872" y="16184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80ED"/>
                </a:solidFill>
              </a:rPr>
              <a:t>16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262872" y="1984248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83"/>
                </a:solidFill>
              </a:rPr>
              <a:t>home + flows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" y="2971800"/>
            <a:ext cx="98755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强项：大 PRD 拆解能力、代码规模、模块覆盖、测试意识、视觉完成度。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中项：多样本稳定性；依赖状态修复后全部可 build/test。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弱项：交付入口统一、前后端真实 API 贯通、避免 mock 层残留。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800600"/>
          <a:ext cx="9966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68096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成熟度等级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Chat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演示级可用，真实外部 Deepseek SSE 需配置 Key 再做端到端验收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股票交易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后端与 UI 接近演示级，但还不是“启动即完整产品”的交付形态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卡点：不是“不会生成”，而是最后一公里缺少收口纪律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55680" cy="38862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  <a:gridCol w="3108960"/>
                <a:gridCol w="82296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卡点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前后端入口未统一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PRD2 root 只显示 API 文本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用户无法按 PRD 直接打开完整应用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 mock API 残留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tradingApi/portfolioApi 注释写明 mock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交易闭环不能完全代表真实后端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端口契约硬编码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vite proxy 固定 3000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多项目实验和部署不稳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部分样本依赖状态不完整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Kimi/Opus 初次缺 tsc/vite/vitest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影响一键验收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bundle 过大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Chat PRD index 约 1.45MB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性能目标需继续优化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548640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F7FAFC"/>
                </a:solidFill>
              </a:rPr>
              <a:t>下一轮不要先堆功能：先把“单入口、单数据源、真实 API 贯通、启动契约”作为质量门。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附录：输出物与复现路径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64556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37083"/>
                </a:solidFill>
              </a:rPr>
              <a:t>OpenCorvus experiment report · 2026-05-08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1097280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8046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路径/命令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6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artifacts/opencorvus-experiment-report-2026-05-08/output/OpenCorvus-experiment-report-2026-05-08.pptx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artifacts/opencorvus-experiment-report-2026-05-08/screenshots/*.png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构建/测试日志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artifacts/opencorvus-experiment-report-2026-05-08/logs/*.log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启动截图结果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runtime-screenshot-results.json / flow-screenshot-results.json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 生成命令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 artifacts/.../runtime/build-report.cjs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预览生成命令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9B4C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 artifacts/.../runtime/build-previews.cjs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892040"/>
            <a:ext cx="9875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A9B4C0"/>
                </a:solidFill>
              </a:rPr>
              <a:t>未做外部 PowerPoint/Keynote parity 声明；本机无可用 headless PPTX renderer。</a:t>
            </a:r>
            <a:endParaRPr lang="en-US" sz="1100" dirty="0"/>
          </a:p>
          <a:p>
            <a:r>
              <a:rPr lang="en-US" sz="1100" dirty="0">
                <a:solidFill>
                  <a:srgbClr val="A9B4C0"/>
                </a:solidFill>
              </a:rPr>
              <a:t>预览 PNG 是从同一内容数据生成的视觉 QA，不替代 PowerPoint 打开检查。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OpenCorvus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OpenCorvus 项目生成能力实验报告</dc:title>
  <dc:subject>OpenCorvus 项目生成能力实验报告</dc:subject>
  <dc:creator>OpenCorvus Experiment</dc:creator>
  <cp:lastModifiedBy>OpenCorvus Experiment</cp:lastModifiedBy>
  <cp:revision>1</cp:revision>
  <dcterms:created xsi:type="dcterms:W3CDTF">2026-05-08T06:03:32Z</dcterms:created>
  <dcterms:modified xsi:type="dcterms:W3CDTF">2026-05-08T06:03:32Z</dcterms:modified>
</cp:coreProperties>
</file>